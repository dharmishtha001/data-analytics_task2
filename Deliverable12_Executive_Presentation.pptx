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HCAHPS Patient Experience Analytics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429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Presentation | National Healthcare Quality Commission (NHQC)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3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Healthcare Business Intelligence Analyst  |  Dharmistha Rathod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Overview &amp;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94960" cy="42062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NHQC?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National Healthcare Quality Commission monitors and improves patient experience across hospitals nationwide, using the annual HCAHPS survey to track how patients rate communication, cleanliness, discharge information, and more.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94960" cy="420624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 millions of patient responses are collected every year, administrators lack an easy way to compare performance across states, regions, time periods, and quality measures — making it hard to identify where to focus improvement efforts.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Consolidate all HCAHPS data into a single, connected Power BI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4505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executive dashboards to compare states, regions &amp; measures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07238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satisfaction trends from 2015 to 2023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9417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measures needing improvement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3159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data-driven recommendations for policy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 &amp; Data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connected tables, following a Star Schema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Tables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States (50 + DC)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Measures (10 quality measures)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Questions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Reports (2015-2023)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Tables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2860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State_Results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National_Results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Note: 'Not Available' text values found in Response Rate were cleaned to blank; 5 US territory codes excluded from region-level scope, consistent with the official data dictionary (50 states + DC).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24688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71.41%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Top-box 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4688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26.61%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Response 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24688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Participating States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69680" y="2011680"/>
            <a:ext cx="2468880" cy="1554480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1488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8696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Measures Tracked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measures also include: State/Regional Ranking, Highest/Lowest Performing Measure, and Year-over-Year Satisfaction Change — each defined with a DAX formula documented in the KPI Definition Report.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Executive Overview</a:t>
            </a:r>
            <a:endParaRPr lang="en-US" sz="3000" dirty="0"/>
          </a:p>
        </p:txBody>
      </p:sp>
      <p:pic>
        <p:nvPicPr>
          <p:cNvPr id="3" name="Image 0" descr="page1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10515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State Performance &amp; Benchmark</a:t>
            </a:r>
            <a:endParaRPr lang="en-US" sz="3000" dirty="0"/>
          </a:p>
        </p:txBody>
      </p:sp>
      <p:pic>
        <p:nvPicPr>
          <p:cNvPr id="3" name="Image 0" descr="page2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10515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Patient Experience Measures</a:t>
            </a:r>
            <a:endParaRPr lang="en-US" sz="3000" dirty="0"/>
          </a:p>
        </p:txBody>
      </p:sp>
      <p:pic>
        <p:nvPicPr>
          <p:cNvPr id="3" name="Image 0" descr="page3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10515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Regional &amp; Trend Analysis</a:t>
            </a:r>
            <a:endParaRPr lang="en-US" sz="3000" dirty="0"/>
          </a:p>
        </p:txBody>
      </p:sp>
      <p:pic>
        <p:nvPicPr>
          <p:cNvPr id="3" name="Image 0" descr="page4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10515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Root Cause Analysis (Decomposition Tree)</a:t>
            </a:r>
            <a:endParaRPr lang="en-US" sz="3000" dirty="0"/>
          </a:p>
        </p:txBody>
      </p:sp>
      <p:pic>
        <p:nvPicPr>
          <p:cNvPr id="3" name="Image 0" descr="page5_cle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737360"/>
            <a:ext cx="10515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Interactivity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Formatting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Color-scale icons (green/yellow/red) on the State Performance page highlight high vs. low performing states at a glance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 + Navigation Button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474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button on the Regional &amp; Trend page returns users to the Executive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 Tree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root-cause exploration — breaks down National Top-box % by Measure and State on demand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solution supports NHQC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a centralized view of patient experience across all participating states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faster identification of high-performing and underperforming regions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Supports evidence-based decision making through interactive dashboards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Simplifies monitoring of quality measures and patient satisfaction trends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manual reporting effort and improves executive reporting efficiency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Discharge Information (86.7%) is the strongest measure; Care Transition (52.6%) is the weakest — a 34-point gap, the largest of any dimension analyzed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2432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satisfaction peaked in 2020-2021 (~72.3%) but has declined to 69.4% in 2023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46557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West North Central is the top region (74.9%); Mid-Atlantic is the weakest (67.3%)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30682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South Dakota &amp; Nebraska lead all states (~76.8%); DC and New Jersey trail (~62-66%)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4807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survey response rate is only 26.6%, affecting reliability of small-facility comparisons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Launch a national Care Transition improvement initiative — the single highest-impact opportunity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62432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Investigate the 2022-2023 decline in national satisfaction before assuming it is temporary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46557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additional support to Mid-Atlantic and South Atlantic regions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30682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survey participation, especially at low-response facilities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14807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South Dakota &amp; Nebraska as benchmark case studies for lower-performing states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Incorporate Order Date-level granularity for deeper trend analysis, if available in future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Extend benchmarking to facility level, once response-rate reliability improves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 refresh of this Power BI model as new HCAHPS survey cycles are released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2026-08-03T16:35:00Z</dcterms:created>
  <dcterms:modified xsi:type="dcterms:W3CDTF">2026-08-03T16:35:00Z</dcterms:modified>
</cp:coreProperties>
</file>